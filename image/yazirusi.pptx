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369" d="100"/>
          <a:sy n="369" d="100"/>
        </p:scale>
        <p:origin x="156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92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93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82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82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0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96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81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80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02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11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74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24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56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038F6-5C03-4D65-A597-40928D4DD7FB}" type="datetimeFigureOut">
              <a:rPr kumimoji="1" lang="ja-JP" altLang="en-US" smtClean="0"/>
              <a:t>2025/5/18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C3181-1864-40E7-B5B6-25C5336F7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97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kumimoji="1"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kumimoji="1"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kumimoji="1"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DEECE4E-2F0A-7FB0-DE26-BD148F4E1474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1291" cy="914400"/>
          </a:xfrm>
          <a:prstGeom prst="straightConnector1">
            <a:avLst/>
          </a:prstGeom>
          <a:ln w="63500">
            <a:solidFill>
              <a:srgbClr val="0000FF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97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福井 岳(cp0197rv)</dc:creator>
  <cp:lastModifiedBy>福井 岳(cp0197rv)</cp:lastModifiedBy>
  <cp:revision>1</cp:revision>
  <dcterms:created xsi:type="dcterms:W3CDTF">2025-05-18T09:14:26Z</dcterms:created>
  <dcterms:modified xsi:type="dcterms:W3CDTF">2025-05-18T09:17:58Z</dcterms:modified>
</cp:coreProperties>
</file>